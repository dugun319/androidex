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60" r:id="rId7"/>
    <p:sldId id="261" r:id="rId8"/>
    <p:sldId id="264" r:id="rId9"/>
    <p:sldId id="265" r:id="rId10"/>
    <p:sldId id="259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CFB3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4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921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2210" cy="962526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790074" y="837398"/>
            <a:ext cx="5382125" cy="125128"/>
          </a:xfrm>
          <a:prstGeom prst="rect">
            <a:avLst/>
          </a:prstGeom>
          <a:solidFill>
            <a:srgbClr val="CFB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09040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59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2210" cy="962526"/>
          </a:xfrm>
          <a:prstGeom prst="rect">
            <a:avLst/>
          </a:prstGeom>
        </p:spPr>
      </p:pic>
      <p:sp>
        <p:nvSpPr>
          <p:cNvPr id="9" name="직사각형 8"/>
          <p:cNvSpPr/>
          <p:nvPr userDrawn="1"/>
        </p:nvSpPr>
        <p:spPr>
          <a:xfrm>
            <a:off x="790074" y="837398"/>
            <a:ext cx="5382125" cy="125128"/>
          </a:xfrm>
          <a:prstGeom prst="rect">
            <a:avLst/>
          </a:prstGeom>
          <a:solidFill>
            <a:srgbClr val="CFB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385286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172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025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142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773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178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20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9988-9B15-4678-959A-580367E91C68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65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29988-9B15-4678-959A-580367E91C68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B69BB-9A80-4074-B48A-C34864CE9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710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08;p5"/>
          <p:cNvSpPr/>
          <p:nvPr/>
        </p:nvSpPr>
        <p:spPr>
          <a:xfrm>
            <a:off x="9705153" y="5266271"/>
            <a:ext cx="177267" cy="177267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FE624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87827" y="5274645"/>
            <a:ext cx="1386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발표자</a:t>
            </a:r>
            <a:endParaRPr lang="en-US" altLang="ko-KR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4707" y="5852161"/>
            <a:ext cx="4206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김혁</a:t>
            </a:r>
            <a:endParaRPr lang="en-US" altLang="ko-KR" sz="4000" dirty="0" smtClean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cxnSp>
        <p:nvCxnSpPr>
          <p:cNvPr id="12" name="Google Shape;206;p5"/>
          <p:cNvCxnSpPr>
            <a:endCxn id="14" idx="0"/>
          </p:cNvCxnSpPr>
          <p:nvPr/>
        </p:nvCxnSpPr>
        <p:spPr>
          <a:xfrm flipH="1">
            <a:off x="9793787" y="3609827"/>
            <a:ext cx="14378" cy="1656444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3" name="Google Shape;207;p5"/>
          <p:cNvSpPr/>
          <p:nvPr/>
        </p:nvSpPr>
        <p:spPr>
          <a:xfrm>
            <a:off x="8848698" y="1847850"/>
            <a:ext cx="1918934" cy="1857274"/>
          </a:xfrm>
          <a:prstGeom prst="ellipse">
            <a:avLst/>
          </a:prstGeom>
          <a:solidFill>
            <a:srgbClr val="3A7D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" name="Google Shape;21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47181" y="1299410"/>
            <a:ext cx="4915944" cy="3297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72" y="500616"/>
            <a:ext cx="4992302" cy="57054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8311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기획의도</a:t>
            </a:r>
            <a:endParaRPr lang="ko-KR" altLang="en-US" sz="4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98" y="1565203"/>
            <a:ext cx="4791744" cy="43821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Box 10"/>
          <p:cNvSpPr txBox="1"/>
          <p:nvPr/>
        </p:nvSpPr>
        <p:spPr>
          <a:xfrm>
            <a:off x="6554804" y="1565203"/>
            <a:ext cx="534202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여전히 사람들은 다양한 옷들을 세탁소에 맡김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여전히 여러가지 이유로 세탁물을 찾지 않음 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단순 망각 등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ko-KR" altLang="en-US" sz="32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9580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31" y="1761424"/>
            <a:ext cx="2162477" cy="2162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효과</a:t>
            </a:r>
            <a:endParaRPr lang="ko-KR" altLang="en-US" sz="4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239830" y="1187629"/>
            <a:ext cx="2926080" cy="52604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631" y="4052236"/>
            <a:ext cx="21624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/>
              <a:t>고객님이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en-US" altLang="ko-KR" sz="1200" dirty="0" smtClean="0"/>
              <a:t>OOO </a:t>
            </a:r>
            <a:r>
              <a:rPr lang="ko-KR" altLang="en-US" sz="1200" dirty="0" smtClean="0"/>
              <a:t>세탁소에 맡기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en-US" altLang="ko-KR" sz="1200" dirty="0" smtClean="0"/>
              <a:t>OOO </a:t>
            </a:r>
            <a:r>
              <a:rPr lang="ko-KR" altLang="en-US" sz="1200" dirty="0" smtClean="0"/>
              <a:t>품목 등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ko-KR" altLang="en-US" sz="1200" dirty="0" smtClean="0"/>
              <a:t>총 </a:t>
            </a:r>
            <a:r>
              <a:rPr lang="en-US" altLang="ko-KR" sz="1200" dirty="0" smtClean="0"/>
              <a:t>OO </a:t>
            </a:r>
            <a:r>
              <a:rPr lang="ko-KR" altLang="en-US" sz="1200" dirty="0" smtClean="0"/>
              <a:t>개 품목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결제완료</a:t>
            </a:r>
            <a:r>
              <a:rPr lang="en-US" altLang="ko-KR" sz="1200" dirty="0" smtClean="0"/>
              <a:t>)</a:t>
            </a:r>
            <a:r>
              <a:rPr lang="ko-KR" altLang="en-US" sz="1200" dirty="0" smtClean="0"/>
              <a:t>이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en-US" altLang="ko-KR" sz="1200" dirty="0" smtClean="0"/>
              <a:t>20XX</a:t>
            </a:r>
            <a:r>
              <a:rPr lang="ko-KR" altLang="en-US" sz="1200" dirty="0" smtClean="0"/>
              <a:t>년 </a:t>
            </a:r>
            <a:r>
              <a:rPr lang="en-US" altLang="ko-KR" sz="1200" dirty="0" smtClean="0"/>
              <a:t>XX</a:t>
            </a:r>
            <a:r>
              <a:rPr lang="ko-KR" altLang="en-US" sz="1200" dirty="0"/>
              <a:t>월</a:t>
            </a:r>
            <a:r>
              <a:rPr lang="en-US" altLang="ko-KR" sz="1200" dirty="0" smtClean="0"/>
              <a:t> XX</a:t>
            </a:r>
            <a:r>
              <a:rPr lang="ko-KR" altLang="en-US" sz="1200" dirty="0" smtClean="0"/>
              <a:t>일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ko-KR" altLang="en-US" sz="1200" b="1" dirty="0" err="1" smtClean="0">
                <a:solidFill>
                  <a:srgbClr val="3333FF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출고예정</a:t>
            </a:r>
            <a:r>
              <a:rPr lang="ko-KR" altLang="en-US" sz="1200" dirty="0" smtClean="0"/>
              <a:t> 입니다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264" y="1761424"/>
            <a:ext cx="2162477" cy="216247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3224463" y="1187629"/>
            <a:ext cx="2926080" cy="52604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6264" y="4052236"/>
            <a:ext cx="21624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/>
              <a:t>고객님이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en-US" altLang="ko-KR" sz="1200" dirty="0" smtClean="0"/>
              <a:t>OOO </a:t>
            </a:r>
            <a:r>
              <a:rPr lang="ko-KR" altLang="en-US" sz="1200" dirty="0" smtClean="0"/>
              <a:t>세탁소에 맡기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en-US" altLang="ko-KR" sz="1200" dirty="0" smtClean="0"/>
              <a:t>OOO </a:t>
            </a:r>
            <a:r>
              <a:rPr lang="ko-KR" altLang="en-US" sz="1200" dirty="0" smtClean="0"/>
              <a:t>품목 등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ko-KR" altLang="en-US" sz="1200" dirty="0" smtClean="0"/>
              <a:t>총 </a:t>
            </a:r>
            <a:r>
              <a:rPr lang="en-US" altLang="ko-KR" sz="1200" dirty="0" smtClean="0"/>
              <a:t>OO </a:t>
            </a:r>
            <a:r>
              <a:rPr lang="ko-KR" altLang="en-US" sz="1200" dirty="0" smtClean="0"/>
              <a:t>개 품목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결제완료</a:t>
            </a:r>
            <a:r>
              <a:rPr lang="en-US" altLang="ko-KR" sz="1200" dirty="0" smtClean="0"/>
              <a:t>)</a:t>
            </a:r>
            <a:r>
              <a:rPr lang="ko-KR" altLang="en-US" sz="1200" dirty="0" smtClean="0"/>
              <a:t>이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en-US" altLang="ko-KR" sz="1200" dirty="0" smtClean="0"/>
              <a:t>20XX</a:t>
            </a:r>
            <a:r>
              <a:rPr lang="ko-KR" altLang="en-US" sz="1200" dirty="0" smtClean="0"/>
              <a:t>년 </a:t>
            </a:r>
            <a:r>
              <a:rPr lang="en-US" altLang="ko-KR" sz="1200" dirty="0" smtClean="0"/>
              <a:t>XX</a:t>
            </a:r>
            <a:r>
              <a:rPr lang="ko-KR" altLang="en-US" sz="1200" dirty="0"/>
              <a:t>월</a:t>
            </a:r>
            <a:r>
              <a:rPr lang="en-US" altLang="ko-KR" sz="1200" dirty="0" smtClean="0"/>
              <a:t> XX</a:t>
            </a:r>
            <a:r>
              <a:rPr lang="ko-KR" altLang="en-US" sz="1200" dirty="0" smtClean="0"/>
              <a:t>일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ko-KR" altLang="en-US" sz="1200" dirty="0" err="1" smtClean="0">
                <a:solidFill>
                  <a:srgbClr val="FF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폐기예정</a:t>
            </a:r>
            <a:r>
              <a:rPr lang="ko-KR" altLang="en-US" sz="1200" dirty="0" smtClean="0"/>
              <a:t> 입니다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6554804" y="1112814"/>
            <a:ext cx="534202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세탁물 출고 알림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품목 검색을 통해 불필요한 </a:t>
            </a:r>
            <a:r>
              <a:rPr lang="ko-KR" altLang="en-US" sz="3200" dirty="0" smtClean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집안 수색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을 방지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세탁물 폐기 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예정일 알림을 통해 분실방지</a:t>
            </a:r>
            <a:endParaRPr lang="ko-KR" altLang="en-US" sz="32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876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31" y="1732548"/>
            <a:ext cx="2162477" cy="2162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타겟</a:t>
            </a:r>
            <a:endParaRPr lang="ko-KR" altLang="en-US" sz="4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239830" y="1187629"/>
            <a:ext cx="2926080" cy="526049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375" y="3162649"/>
            <a:ext cx="4204615" cy="34807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711" y="1187629"/>
            <a:ext cx="3385866" cy="434549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TextBox 10"/>
          <p:cNvSpPr txBox="1"/>
          <p:nvPr/>
        </p:nvSpPr>
        <p:spPr>
          <a:xfrm>
            <a:off x="7598375" y="1423206"/>
            <a:ext cx="534202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다양한 연령층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 (1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인가구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증가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778630"/>
              </p:ext>
            </p:extLst>
          </p:nvPr>
        </p:nvGraphicFramePr>
        <p:xfrm>
          <a:off x="621631" y="4049766"/>
          <a:ext cx="2162476" cy="1872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052">
                  <a:extLst>
                    <a:ext uri="{9D8B030D-6E8A-4147-A177-3AD203B41FA5}">
                      <a16:colId xmlns:a16="http://schemas.microsoft.com/office/drawing/2014/main" val="893717236"/>
                    </a:ext>
                  </a:extLst>
                </a:gridCol>
                <a:gridCol w="570451">
                  <a:extLst>
                    <a:ext uri="{9D8B030D-6E8A-4147-A177-3AD203B41FA5}">
                      <a16:colId xmlns:a16="http://schemas.microsoft.com/office/drawing/2014/main" val="569210478"/>
                    </a:ext>
                  </a:extLst>
                </a:gridCol>
                <a:gridCol w="453005">
                  <a:extLst>
                    <a:ext uri="{9D8B030D-6E8A-4147-A177-3AD203B41FA5}">
                      <a16:colId xmlns:a16="http://schemas.microsoft.com/office/drawing/2014/main" val="3832041461"/>
                    </a:ext>
                  </a:extLst>
                </a:gridCol>
                <a:gridCol w="451968">
                  <a:extLst>
                    <a:ext uri="{9D8B030D-6E8A-4147-A177-3AD203B41FA5}">
                      <a16:colId xmlns:a16="http://schemas.microsoft.com/office/drawing/2014/main" val="398766555"/>
                    </a:ext>
                  </a:extLst>
                </a:gridCol>
              </a:tblGrid>
              <a:tr h="23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세탁소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품명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색상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수량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647983"/>
                  </a:ext>
                </a:extLst>
              </a:tr>
              <a:tr h="23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크린토피아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Y</a:t>
                      </a:r>
                      <a:r>
                        <a:rPr lang="ko-KR" altLang="en-US" sz="700" dirty="0" smtClean="0"/>
                        <a:t>셔츠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흰색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9696400"/>
                  </a:ext>
                </a:extLst>
              </a:tr>
              <a:tr h="23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크린토피아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정장바지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남색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01152"/>
                  </a:ext>
                </a:extLst>
              </a:tr>
              <a:tr h="23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크린토피아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정장바지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검정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836252"/>
                  </a:ext>
                </a:extLst>
              </a:tr>
              <a:tr h="23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크린토피아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자켓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검정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9559291"/>
                  </a:ext>
                </a:extLst>
              </a:tr>
              <a:tr h="23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우성세탁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롱패딩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회색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583178"/>
                  </a:ext>
                </a:extLst>
              </a:tr>
              <a:tr h="23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우성세탁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패딩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검정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073330"/>
                  </a:ext>
                </a:extLst>
              </a:tr>
              <a:tr h="23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우성세탁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패딩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갈색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333037"/>
                  </a:ext>
                </a:extLst>
              </a:tr>
            </a:tbl>
          </a:graphicData>
        </a:graphic>
      </p:graphicFrame>
      <p:sp>
        <p:nvSpPr>
          <p:cNvPr id="13" name="웃는 얼굴 12"/>
          <p:cNvSpPr/>
          <p:nvPr/>
        </p:nvSpPr>
        <p:spPr>
          <a:xfrm>
            <a:off x="8145711" y="3200854"/>
            <a:ext cx="864065" cy="893743"/>
          </a:xfrm>
          <a:prstGeom prst="smileyFac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웃는 얼굴 13"/>
          <p:cNvSpPr/>
          <p:nvPr/>
        </p:nvSpPr>
        <p:spPr>
          <a:xfrm>
            <a:off x="10013012" y="4539326"/>
            <a:ext cx="1277422" cy="1321298"/>
          </a:xfrm>
          <a:prstGeom prst="smileyFac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웃는 얼굴 14"/>
          <p:cNvSpPr/>
          <p:nvPr/>
        </p:nvSpPr>
        <p:spPr>
          <a:xfrm>
            <a:off x="10934298" y="3200854"/>
            <a:ext cx="510139" cy="527661"/>
          </a:xfrm>
          <a:prstGeom prst="smileyFac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947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ERD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239830" y="1187629"/>
            <a:ext cx="2926080" cy="526049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50" y="1736521"/>
            <a:ext cx="2177084" cy="42197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0" t="32042" r="18103"/>
          <a:stretch/>
        </p:blipFill>
        <p:spPr>
          <a:xfrm>
            <a:off x="5134061" y="1333848"/>
            <a:ext cx="5176009" cy="488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39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기능 </a:t>
            </a:r>
            <a:r>
              <a:rPr lang="en-US" altLang="ko-KR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40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맡기기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239830" y="1187629"/>
            <a:ext cx="2926080" cy="526049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50" y="1736521"/>
            <a:ext cx="2177084" cy="42197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3224463" y="1187629"/>
            <a:ext cx="2926080" cy="526049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283" y="1736521"/>
            <a:ext cx="1426827" cy="1426827"/>
          </a:xfrm>
          <a:prstGeom prst="rect">
            <a:avLst/>
          </a:prstGeom>
        </p:spPr>
      </p:pic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179198"/>
              </p:ext>
            </p:extLst>
          </p:nvPr>
        </p:nvGraphicFramePr>
        <p:xfrm>
          <a:off x="3622100" y="3236363"/>
          <a:ext cx="2130806" cy="2719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953">
                  <a:extLst>
                    <a:ext uri="{9D8B030D-6E8A-4147-A177-3AD203B41FA5}">
                      <a16:colId xmlns:a16="http://schemas.microsoft.com/office/drawing/2014/main" val="2487205174"/>
                    </a:ext>
                  </a:extLst>
                </a:gridCol>
                <a:gridCol w="1373853">
                  <a:extLst>
                    <a:ext uri="{9D8B030D-6E8A-4147-A177-3AD203B41FA5}">
                      <a16:colId xmlns:a16="http://schemas.microsoft.com/office/drawing/2014/main" val="2418907185"/>
                    </a:ext>
                  </a:extLst>
                </a:gridCol>
              </a:tblGrid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등록번호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000001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921913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세탁소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/>
                        <a:t>크린토피아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7571223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주소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서울시 성북구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809660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전화번호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000-0000-0000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322653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품명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패딩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515733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색상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오렌지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3535384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금액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25,000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909010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결제여부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완납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630815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입고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2024. 12. 30.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3477925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출고예정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2025. 1. 4.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262728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출고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518754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상태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입고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888257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554804" y="1112814"/>
            <a:ext cx="534202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세탁물 관련 기본정보 입력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출고 예정일에 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1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일 전 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출고예정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알람설정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입고 일 기준 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85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일 후 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폐기예정일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알람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설정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6162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239830" y="1187629"/>
            <a:ext cx="2926080" cy="5260496"/>
          </a:xfrm>
          <a:prstGeom prst="rect">
            <a:avLst/>
          </a:prstGeom>
        </p:spPr>
      </p:pic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877263"/>
              </p:ext>
            </p:extLst>
          </p:nvPr>
        </p:nvGraphicFramePr>
        <p:xfrm>
          <a:off x="838898" y="2069964"/>
          <a:ext cx="1945210" cy="27736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31214">
                  <a:extLst>
                    <a:ext uri="{9D8B030D-6E8A-4147-A177-3AD203B41FA5}">
                      <a16:colId xmlns:a16="http://schemas.microsoft.com/office/drawing/2014/main" val="893717236"/>
                    </a:ext>
                  </a:extLst>
                </a:gridCol>
                <a:gridCol w="550869">
                  <a:extLst>
                    <a:ext uri="{9D8B030D-6E8A-4147-A177-3AD203B41FA5}">
                      <a16:colId xmlns:a16="http://schemas.microsoft.com/office/drawing/2014/main" val="569210478"/>
                    </a:ext>
                  </a:extLst>
                </a:gridCol>
                <a:gridCol w="369760">
                  <a:extLst>
                    <a:ext uri="{9D8B030D-6E8A-4147-A177-3AD203B41FA5}">
                      <a16:colId xmlns:a16="http://schemas.microsoft.com/office/drawing/2014/main" val="3832041461"/>
                    </a:ext>
                  </a:extLst>
                </a:gridCol>
                <a:gridCol w="293367">
                  <a:extLst>
                    <a:ext uri="{9D8B030D-6E8A-4147-A177-3AD203B41FA5}">
                      <a16:colId xmlns:a16="http://schemas.microsoft.com/office/drawing/2014/main" val="398766555"/>
                    </a:ext>
                  </a:extLst>
                </a:gridCol>
              </a:tblGrid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 smtClean="0"/>
                        <a:t>크린토피아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Y</a:t>
                      </a:r>
                      <a:r>
                        <a:rPr lang="ko-KR" altLang="en-US" sz="700" b="0" dirty="0" smtClean="0"/>
                        <a:t>셔츠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흰색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5</a:t>
                      </a:r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9696400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결제완료</a:t>
                      </a:r>
                      <a:endParaRPr lang="ko-KR" altLang="en-US" sz="700" b="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2025.</a:t>
                      </a:r>
                      <a:r>
                        <a:rPr lang="en-US" altLang="ko-KR" sz="700" b="0" baseline="0" dirty="0" smtClean="0"/>
                        <a:t> 1. 4. </a:t>
                      </a:r>
                      <a:r>
                        <a:rPr lang="ko-KR" altLang="en-US" sz="700" b="0" baseline="0" dirty="0" err="1" smtClean="0"/>
                        <a:t>출고예정</a:t>
                      </a:r>
                      <a:endParaRPr lang="ko-KR" altLang="en-US" sz="7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357007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 smtClean="0"/>
                        <a:t>크린토피아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정장바지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남색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</a:t>
                      </a:r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01152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/>
                        <a:t>결제완료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 smtClean="0"/>
                        <a:t>2025.</a:t>
                      </a:r>
                      <a:r>
                        <a:rPr lang="en-US" altLang="ko-KR" sz="700" b="0" baseline="0" dirty="0" smtClean="0"/>
                        <a:t> 1. 4. </a:t>
                      </a:r>
                      <a:r>
                        <a:rPr lang="ko-KR" altLang="en-US" sz="700" b="0" baseline="0" dirty="0" err="1" smtClean="0"/>
                        <a:t>출고예정</a:t>
                      </a:r>
                      <a:endParaRPr lang="ko-KR" altLang="en-US" sz="700" b="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901403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 smtClean="0"/>
                        <a:t>크린토피아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정장바지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검정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</a:t>
                      </a:r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836252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/>
                        <a:t>결제완료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 smtClean="0"/>
                        <a:t>2025.</a:t>
                      </a:r>
                      <a:r>
                        <a:rPr lang="en-US" altLang="ko-KR" sz="700" b="0" baseline="0" dirty="0" smtClean="0"/>
                        <a:t> 1. 4. </a:t>
                      </a:r>
                      <a:r>
                        <a:rPr lang="ko-KR" altLang="en-US" sz="700" b="0" baseline="0" dirty="0" err="1" smtClean="0"/>
                        <a:t>출고예정</a:t>
                      </a:r>
                      <a:endParaRPr lang="ko-KR" altLang="en-US" sz="700" b="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637697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 smtClean="0"/>
                        <a:t>크린토피아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자켓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검정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</a:t>
                      </a:r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9559291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/>
                        <a:t>결제완료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 smtClean="0"/>
                        <a:t>2025.</a:t>
                      </a:r>
                      <a:r>
                        <a:rPr lang="en-US" altLang="ko-KR" sz="700" b="0" baseline="0" dirty="0" smtClean="0"/>
                        <a:t> 1. 4. </a:t>
                      </a:r>
                      <a:r>
                        <a:rPr lang="ko-KR" altLang="en-US" sz="700" b="0" baseline="0" dirty="0" err="1" smtClean="0"/>
                        <a:t>출고예정</a:t>
                      </a:r>
                      <a:endParaRPr lang="ko-KR" altLang="en-US" sz="700" b="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915670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 smtClean="0"/>
                        <a:t>우성세탁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 smtClean="0"/>
                        <a:t>롱패딩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회색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</a:t>
                      </a:r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583178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/>
                        <a:t>결제완료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 smtClean="0"/>
                        <a:t>2025.</a:t>
                      </a:r>
                      <a:r>
                        <a:rPr lang="en-US" altLang="ko-KR" sz="700" b="0" baseline="0" dirty="0" smtClean="0"/>
                        <a:t> 1. 14. </a:t>
                      </a:r>
                      <a:r>
                        <a:rPr lang="ko-KR" altLang="en-US" sz="700" b="0" baseline="0" dirty="0" err="1" smtClean="0"/>
                        <a:t>출고예정</a:t>
                      </a:r>
                      <a:endParaRPr lang="ko-KR" altLang="en-US" sz="7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8894414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 smtClean="0"/>
                        <a:t>우성세탁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패딩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검정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</a:t>
                      </a:r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073330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/>
                        <a:t>결제완료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 smtClean="0"/>
                        <a:t>2025.</a:t>
                      </a:r>
                      <a:r>
                        <a:rPr lang="en-US" altLang="ko-KR" sz="700" b="0" baseline="0" dirty="0" smtClean="0"/>
                        <a:t> 1. 14. </a:t>
                      </a:r>
                      <a:r>
                        <a:rPr lang="ko-KR" altLang="en-US" sz="700" b="0" baseline="0" dirty="0" err="1" smtClean="0"/>
                        <a:t>출고예정</a:t>
                      </a:r>
                      <a:endParaRPr lang="ko-KR" altLang="en-US" sz="700" b="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8199458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 smtClean="0"/>
                        <a:t>우성세탁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패딩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갈색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</a:t>
                      </a:r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333037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/>
                        <a:t>결제완료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 smtClean="0"/>
                        <a:t>2025.</a:t>
                      </a:r>
                      <a:r>
                        <a:rPr lang="en-US" altLang="ko-KR" sz="700" b="0" baseline="0" dirty="0" smtClean="0"/>
                        <a:t> 1. 14. </a:t>
                      </a:r>
                      <a:r>
                        <a:rPr lang="ko-KR" altLang="en-US" sz="700" b="0" baseline="0" dirty="0" err="1" smtClean="0"/>
                        <a:t>출고예정</a:t>
                      </a:r>
                      <a:endParaRPr lang="ko-KR" altLang="en-US" sz="700" b="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64865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기능 </a:t>
            </a:r>
            <a:r>
              <a:rPr lang="en-US" altLang="ko-KR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40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찾기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35091" y="2098839"/>
            <a:ext cx="127952" cy="12795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35091" y="2504403"/>
            <a:ext cx="127952" cy="12795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635091" y="2909967"/>
            <a:ext cx="127952" cy="12795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635091" y="3315531"/>
            <a:ext cx="127952" cy="12795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35091" y="3721095"/>
            <a:ext cx="127952" cy="12795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35091" y="4126659"/>
            <a:ext cx="127952" cy="12795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635091" y="4476264"/>
            <a:ext cx="127952" cy="12795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28361" y="1709811"/>
            <a:ext cx="2149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mtClean="0"/>
              <a:t>검색목록</a:t>
            </a:r>
            <a:endParaRPr lang="ko-KR" altLang="en-US" sz="1200" b="1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945164"/>
            <a:ext cx="342900" cy="3429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373070"/>
            <a:ext cx="342900" cy="3429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776278"/>
            <a:ext cx="342900" cy="3429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3169557"/>
            <a:ext cx="342900" cy="342900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914400" y="5303520"/>
            <a:ext cx="1588168" cy="614509"/>
          </a:xfrm>
          <a:prstGeom prst="rect">
            <a:avLst/>
          </a:prstGeom>
          <a:solidFill>
            <a:srgbClr val="CCFFFF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1524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1370636" y="5408239"/>
            <a:ext cx="1103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찾기</a:t>
            </a:r>
            <a:endParaRPr lang="ko-KR" altLang="en-US" sz="24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54" y="5298404"/>
            <a:ext cx="571500" cy="571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54804" y="1112814"/>
            <a:ext cx="534202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상태가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‘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미출고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’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인 품목들만 리스트에 노출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체크박스로 항목 선택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찾기 버튼을 누르면 상태가 출고로 수정되며 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목록삭제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3246922" y="1187629"/>
            <a:ext cx="2926080" cy="5260496"/>
          </a:xfrm>
          <a:prstGeom prst="rect">
            <a:avLst/>
          </a:prstGeom>
        </p:spPr>
      </p:pic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170631"/>
              </p:ext>
            </p:extLst>
          </p:nvPr>
        </p:nvGraphicFramePr>
        <p:xfrm>
          <a:off x="3845990" y="2069964"/>
          <a:ext cx="1945210" cy="1188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31214">
                  <a:extLst>
                    <a:ext uri="{9D8B030D-6E8A-4147-A177-3AD203B41FA5}">
                      <a16:colId xmlns:a16="http://schemas.microsoft.com/office/drawing/2014/main" val="893717236"/>
                    </a:ext>
                  </a:extLst>
                </a:gridCol>
                <a:gridCol w="550869">
                  <a:extLst>
                    <a:ext uri="{9D8B030D-6E8A-4147-A177-3AD203B41FA5}">
                      <a16:colId xmlns:a16="http://schemas.microsoft.com/office/drawing/2014/main" val="569210478"/>
                    </a:ext>
                  </a:extLst>
                </a:gridCol>
                <a:gridCol w="369760">
                  <a:extLst>
                    <a:ext uri="{9D8B030D-6E8A-4147-A177-3AD203B41FA5}">
                      <a16:colId xmlns:a16="http://schemas.microsoft.com/office/drawing/2014/main" val="3832041461"/>
                    </a:ext>
                  </a:extLst>
                </a:gridCol>
                <a:gridCol w="293367">
                  <a:extLst>
                    <a:ext uri="{9D8B030D-6E8A-4147-A177-3AD203B41FA5}">
                      <a16:colId xmlns:a16="http://schemas.microsoft.com/office/drawing/2014/main" val="398766555"/>
                    </a:ext>
                  </a:extLst>
                </a:gridCol>
              </a:tblGrid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 smtClean="0"/>
                        <a:t>우성세탁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 smtClean="0"/>
                        <a:t>롱패딩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회색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</a:t>
                      </a:r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583178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/>
                        <a:t>결제완료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 smtClean="0"/>
                        <a:t>2025.</a:t>
                      </a:r>
                      <a:r>
                        <a:rPr lang="en-US" altLang="ko-KR" sz="700" b="0" baseline="0" dirty="0" smtClean="0"/>
                        <a:t> 1. 14. </a:t>
                      </a:r>
                      <a:r>
                        <a:rPr lang="ko-KR" altLang="en-US" sz="700" b="0" baseline="0" dirty="0" err="1" smtClean="0"/>
                        <a:t>출고예정</a:t>
                      </a:r>
                      <a:endParaRPr lang="ko-KR" altLang="en-US" sz="7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8894414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 smtClean="0"/>
                        <a:t>우성세탁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패딩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검정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</a:t>
                      </a:r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073330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/>
                        <a:t>결제완료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 smtClean="0"/>
                        <a:t>2025.</a:t>
                      </a:r>
                      <a:r>
                        <a:rPr lang="en-US" altLang="ko-KR" sz="700" b="0" baseline="0" dirty="0" smtClean="0"/>
                        <a:t> 1. 14. </a:t>
                      </a:r>
                      <a:r>
                        <a:rPr lang="ko-KR" altLang="en-US" sz="700" b="0" baseline="0" dirty="0" err="1" smtClean="0"/>
                        <a:t>출고예정</a:t>
                      </a:r>
                      <a:endParaRPr lang="ko-KR" altLang="en-US" sz="700" b="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8199458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 smtClean="0"/>
                        <a:t>우성세탁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패딩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/>
                        <a:t>갈색</a:t>
                      </a:r>
                      <a:endParaRPr lang="ko-KR" altLang="en-US" sz="7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/>
                        <a:t>1</a:t>
                      </a:r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333037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/>
                        <a:t>결제완료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 smtClean="0"/>
                        <a:t>2025.</a:t>
                      </a:r>
                      <a:r>
                        <a:rPr lang="en-US" altLang="ko-KR" sz="700" b="0" baseline="0" dirty="0" smtClean="0"/>
                        <a:t> 1. 14. </a:t>
                      </a:r>
                      <a:r>
                        <a:rPr lang="ko-KR" altLang="en-US" sz="700" b="0" baseline="0" dirty="0" err="1" smtClean="0"/>
                        <a:t>출고예정</a:t>
                      </a:r>
                      <a:endParaRPr lang="ko-KR" altLang="en-US" sz="700" b="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648652"/>
                  </a:ext>
                </a:extLst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3642183" y="2098839"/>
            <a:ext cx="127952" cy="12795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3642183" y="2504403"/>
            <a:ext cx="127952" cy="12795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3642183" y="2909967"/>
            <a:ext cx="127952" cy="12795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3635453" y="1709811"/>
            <a:ext cx="2149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mtClean="0"/>
              <a:t>검색목록</a:t>
            </a:r>
            <a:endParaRPr lang="ko-KR" altLang="en-US" sz="1200" b="1" dirty="0"/>
          </a:p>
        </p:txBody>
      </p:sp>
      <p:sp>
        <p:nvSpPr>
          <p:cNvPr id="41" name="직사각형 40"/>
          <p:cNvSpPr/>
          <p:nvPr/>
        </p:nvSpPr>
        <p:spPr>
          <a:xfrm>
            <a:off x="3921492" y="5303520"/>
            <a:ext cx="1588168" cy="614509"/>
          </a:xfrm>
          <a:prstGeom prst="rect">
            <a:avLst/>
          </a:prstGeom>
          <a:solidFill>
            <a:srgbClr val="CCFFFF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1524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4377728" y="5408239"/>
            <a:ext cx="1103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찾기</a:t>
            </a:r>
            <a:endParaRPr lang="ko-KR" altLang="en-US" sz="24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746" y="5298404"/>
            <a:ext cx="571500" cy="571500"/>
          </a:xfrm>
          <a:prstGeom prst="rect">
            <a:avLst/>
          </a:prstGeom>
        </p:spPr>
      </p:pic>
      <p:sp>
        <p:nvSpPr>
          <p:cNvPr id="44" name="오른쪽 화살표 43"/>
          <p:cNvSpPr/>
          <p:nvPr/>
        </p:nvSpPr>
        <p:spPr>
          <a:xfrm>
            <a:off x="3108159" y="3300702"/>
            <a:ext cx="164431" cy="539779"/>
          </a:xfrm>
          <a:prstGeom prst="rightArrow">
            <a:avLst/>
          </a:prstGeom>
          <a:solidFill>
            <a:srgbClr val="33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308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기능 </a:t>
            </a:r>
            <a:r>
              <a:rPr lang="en-US" altLang="ko-KR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- </a:t>
            </a:r>
            <a:r>
              <a:rPr lang="ko-KR" altLang="en-US" sz="40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검색하기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3224463" y="1187629"/>
            <a:ext cx="2926080" cy="526049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283" y="1736521"/>
            <a:ext cx="1426827" cy="1426827"/>
          </a:xfrm>
          <a:prstGeom prst="rect">
            <a:avLst/>
          </a:prstGeom>
        </p:spPr>
      </p:pic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3622100" y="3236363"/>
          <a:ext cx="2130806" cy="2719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953">
                  <a:extLst>
                    <a:ext uri="{9D8B030D-6E8A-4147-A177-3AD203B41FA5}">
                      <a16:colId xmlns:a16="http://schemas.microsoft.com/office/drawing/2014/main" val="2487205174"/>
                    </a:ext>
                  </a:extLst>
                </a:gridCol>
                <a:gridCol w="1373853">
                  <a:extLst>
                    <a:ext uri="{9D8B030D-6E8A-4147-A177-3AD203B41FA5}">
                      <a16:colId xmlns:a16="http://schemas.microsoft.com/office/drawing/2014/main" val="2418907185"/>
                    </a:ext>
                  </a:extLst>
                </a:gridCol>
              </a:tblGrid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등록번호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000001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921913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세탁소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/>
                        <a:t>크린토피아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7571223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주소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서울시 성북구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809660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전화번호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000-0000-0000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322653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품명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패딩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515733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색상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오렌지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3535384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금액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25,000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909010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결제여부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완납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630815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입고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2024. 12. 30.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3477925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출고예정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2025. 1. 4.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262728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출고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518754"/>
                  </a:ext>
                </a:extLst>
              </a:tr>
              <a:tr h="226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상태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입고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888257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554804" y="1112814"/>
            <a:ext cx="534202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세탁물 관련 기본정보 출력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세탁물 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선택시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상세성보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열람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입고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 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출고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 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출고예정</a:t>
            </a:r>
            <a:r>
              <a:rPr lang="en-US" altLang="ko-KR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 </a:t>
            </a:r>
            <a:r>
              <a:rPr lang="ko-KR" altLang="en-US" sz="3200" dirty="0" err="1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미출고</a:t>
            </a:r>
            <a:r>
              <a:rPr lang="ko-KR" altLang="en-US" sz="3200" dirty="0" smtClean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모두 출력</a:t>
            </a:r>
            <a:endParaRPr lang="en-US" altLang="ko-KR" sz="3200" dirty="0" smtClean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239830" y="1187629"/>
            <a:ext cx="2926080" cy="5260496"/>
          </a:xfrm>
          <a:prstGeom prst="rect">
            <a:avLst/>
          </a:prstGeom>
        </p:spPr>
      </p:pic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408332"/>
              </p:ext>
            </p:extLst>
          </p:nvPr>
        </p:nvGraphicFramePr>
        <p:xfrm>
          <a:off x="621631" y="1736521"/>
          <a:ext cx="2162476" cy="27736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87052">
                  <a:extLst>
                    <a:ext uri="{9D8B030D-6E8A-4147-A177-3AD203B41FA5}">
                      <a16:colId xmlns:a16="http://schemas.microsoft.com/office/drawing/2014/main" val="893717236"/>
                    </a:ext>
                  </a:extLst>
                </a:gridCol>
                <a:gridCol w="570451">
                  <a:extLst>
                    <a:ext uri="{9D8B030D-6E8A-4147-A177-3AD203B41FA5}">
                      <a16:colId xmlns:a16="http://schemas.microsoft.com/office/drawing/2014/main" val="569210478"/>
                    </a:ext>
                  </a:extLst>
                </a:gridCol>
                <a:gridCol w="392428">
                  <a:extLst>
                    <a:ext uri="{9D8B030D-6E8A-4147-A177-3AD203B41FA5}">
                      <a16:colId xmlns:a16="http://schemas.microsoft.com/office/drawing/2014/main" val="3832041461"/>
                    </a:ext>
                  </a:extLst>
                </a:gridCol>
                <a:gridCol w="512545">
                  <a:extLst>
                    <a:ext uri="{9D8B030D-6E8A-4147-A177-3AD203B41FA5}">
                      <a16:colId xmlns:a16="http://schemas.microsoft.com/office/drawing/2014/main" val="398766555"/>
                    </a:ext>
                  </a:extLst>
                </a:gridCol>
              </a:tblGrid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크린토피아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Y</a:t>
                      </a:r>
                      <a:r>
                        <a:rPr lang="ko-KR" altLang="en-US" sz="700" dirty="0" smtClean="0"/>
                        <a:t>셔츠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흰색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9696400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결제완료</a:t>
                      </a:r>
                      <a:endParaRPr lang="ko-KR" altLang="en-US" sz="7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2024.</a:t>
                      </a:r>
                      <a:r>
                        <a:rPr lang="en-US" altLang="ko-KR" sz="700" baseline="0" dirty="0" smtClean="0"/>
                        <a:t> 12. 2. </a:t>
                      </a:r>
                      <a:r>
                        <a:rPr lang="ko-KR" altLang="en-US" sz="700" baseline="0" dirty="0" smtClean="0"/>
                        <a:t>출고</a:t>
                      </a:r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출고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7505266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크린토피아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정장바지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남색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01152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결제완료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2024.</a:t>
                      </a:r>
                      <a:r>
                        <a:rPr lang="en-US" altLang="ko-KR" sz="700" baseline="0" dirty="0" smtClean="0"/>
                        <a:t> 12. 2. </a:t>
                      </a:r>
                      <a:r>
                        <a:rPr lang="ko-KR" altLang="en-US" sz="700" baseline="0" dirty="0" smtClean="0"/>
                        <a:t>출고</a:t>
                      </a:r>
                      <a:endParaRPr lang="ko-KR" altLang="en-US" sz="7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출고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4253799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크린토피아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정장바지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검정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836252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결제완료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2025.</a:t>
                      </a:r>
                      <a:r>
                        <a:rPr lang="en-US" altLang="ko-KR" sz="700" baseline="0" dirty="0" smtClean="0"/>
                        <a:t> 1. 3. </a:t>
                      </a:r>
                      <a:r>
                        <a:rPr lang="ko-KR" altLang="en-US" sz="700" baseline="0" dirty="0" smtClean="0"/>
                        <a:t>예정</a:t>
                      </a:r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예정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817246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크린토피아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자켓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검정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9559291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결제완료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2025.</a:t>
                      </a:r>
                      <a:r>
                        <a:rPr lang="en-US" altLang="ko-KR" sz="700" baseline="0" dirty="0" smtClean="0"/>
                        <a:t> 1. 3. </a:t>
                      </a:r>
                      <a:r>
                        <a:rPr lang="ko-KR" altLang="en-US" sz="700" baseline="0" dirty="0" smtClean="0"/>
                        <a:t>예정</a:t>
                      </a:r>
                      <a:endParaRPr lang="ko-KR" altLang="en-US" sz="7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예정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126877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우성세탁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롱패딩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회색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583178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결제완료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2025.</a:t>
                      </a:r>
                      <a:r>
                        <a:rPr lang="en-US" altLang="ko-KR" sz="700" baseline="0" dirty="0" smtClean="0"/>
                        <a:t> 1. 10. </a:t>
                      </a:r>
                      <a:r>
                        <a:rPr lang="ko-KR" altLang="en-US" sz="700" baseline="0" dirty="0" smtClean="0"/>
                        <a:t>예정</a:t>
                      </a:r>
                      <a:endParaRPr lang="ko-KR" altLang="en-US" sz="7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미출고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6472371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우성세탁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패딩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검정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073330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결제완료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2025.</a:t>
                      </a:r>
                      <a:r>
                        <a:rPr lang="en-US" altLang="ko-KR" sz="700" baseline="0" dirty="0" smtClean="0"/>
                        <a:t> 1. 10. </a:t>
                      </a:r>
                      <a:r>
                        <a:rPr lang="ko-KR" altLang="en-US" sz="700" baseline="0" dirty="0" smtClean="0"/>
                        <a:t>예정</a:t>
                      </a:r>
                      <a:endParaRPr lang="ko-KR" altLang="en-US" sz="7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미출고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777697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우성세탁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패딩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갈색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333037"/>
                  </a:ext>
                </a:extLst>
              </a:tr>
              <a:tr h="1170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결제완료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2025.</a:t>
                      </a:r>
                      <a:r>
                        <a:rPr lang="en-US" altLang="ko-KR" sz="700" baseline="0" dirty="0" smtClean="0"/>
                        <a:t> 1. 10. </a:t>
                      </a:r>
                      <a:r>
                        <a:rPr lang="ko-KR" altLang="en-US" sz="700" baseline="0" dirty="0" smtClean="0"/>
                        <a:t>예정</a:t>
                      </a:r>
                      <a:endParaRPr lang="ko-KR" altLang="en-US" sz="7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미출고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2572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30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시연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4006488" y="1187629"/>
            <a:ext cx="2926080" cy="526049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108" y="1736521"/>
            <a:ext cx="2177084" cy="421975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42198">
            <a:off x="5000683" y="1706645"/>
            <a:ext cx="4177591" cy="417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7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err="1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개발후기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239830" y="1187629"/>
            <a:ext cx="2926080" cy="526049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50" y="1736521"/>
            <a:ext cx="2177084" cy="42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07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02131"/>
            <a:ext cx="523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Q &amp; A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r="20859"/>
          <a:stretch/>
        </p:blipFill>
        <p:spPr>
          <a:xfrm>
            <a:off x="239830" y="1187629"/>
            <a:ext cx="2926080" cy="526049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50" y="1736521"/>
            <a:ext cx="2177084" cy="4219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07348" y="1979802"/>
            <a:ext cx="667183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96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감사합니다</a:t>
            </a:r>
            <a:endParaRPr lang="en-US" altLang="ko-KR" sz="9600" dirty="0" smtClean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910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483</Words>
  <Application>Microsoft Office PowerPoint</Application>
  <PresentationFormat>와이드스크린</PresentationFormat>
  <Paragraphs>232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G마켓 산스 Bold</vt:lpstr>
      <vt:lpstr>G마켓 산스 Medium</vt:lpstr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smartmaker</dc:creator>
  <cp:lastModifiedBy>smartmaker</cp:lastModifiedBy>
  <cp:revision>17</cp:revision>
  <dcterms:created xsi:type="dcterms:W3CDTF">2024-12-30T04:07:20Z</dcterms:created>
  <dcterms:modified xsi:type="dcterms:W3CDTF">2024-12-30T07:16:49Z</dcterms:modified>
</cp:coreProperties>
</file>