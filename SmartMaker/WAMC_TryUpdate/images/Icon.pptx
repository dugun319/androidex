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319588" cy="4319588"/>
  <p:notesSz cx="6858000" cy="9144000"/>
  <p:defaultTextStyle>
    <a:defPPr>
      <a:defRPr lang="ko-KR"/>
    </a:defPPr>
    <a:lvl1pPr marL="0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1pPr>
    <a:lvl2pPr marL="207320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2pPr>
    <a:lvl3pPr marL="414640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3pPr>
    <a:lvl4pPr marL="621960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4pPr>
    <a:lvl5pPr marL="829281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5pPr>
    <a:lvl6pPr marL="1036601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6pPr>
    <a:lvl7pPr marL="1243921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7pPr>
    <a:lvl8pPr marL="1451241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8pPr>
    <a:lvl9pPr marL="1658561" algn="l" defTabSz="414640" rtl="0" eaLnBrk="1" latinLnBrk="1" hangingPunct="1">
      <a:defRPr sz="817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4660"/>
  </p:normalViewPr>
  <p:slideViewPr>
    <p:cSldViewPr snapToGrid="0">
      <p:cViewPr varScale="1">
        <p:scale>
          <a:sx n="178" d="100"/>
          <a:sy n="178" d="100"/>
        </p:scale>
        <p:origin x="262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969" y="706933"/>
            <a:ext cx="3671650" cy="1503857"/>
          </a:xfrm>
        </p:spPr>
        <p:txBody>
          <a:bodyPr anchor="b"/>
          <a:lstStyle>
            <a:lvl1pPr algn="ctr">
              <a:defRPr sz="283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49" y="2268784"/>
            <a:ext cx="3239691" cy="1042900"/>
          </a:xfrm>
        </p:spPr>
        <p:txBody>
          <a:bodyPr/>
          <a:lstStyle>
            <a:lvl1pPr marL="0" indent="0" algn="ctr">
              <a:buNone/>
              <a:defRPr sz="1134"/>
            </a:lvl1pPr>
            <a:lvl2pPr marL="215981" indent="0" algn="ctr">
              <a:buNone/>
              <a:defRPr sz="945"/>
            </a:lvl2pPr>
            <a:lvl3pPr marL="431963" indent="0" algn="ctr">
              <a:buNone/>
              <a:defRPr sz="850"/>
            </a:lvl3pPr>
            <a:lvl4pPr marL="647944" indent="0" algn="ctr">
              <a:buNone/>
              <a:defRPr sz="756"/>
            </a:lvl4pPr>
            <a:lvl5pPr marL="863925" indent="0" algn="ctr">
              <a:buNone/>
              <a:defRPr sz="756"/>
            </a:lvl5pPr>
            <a:lvl6pPr marL="1079906" indent="0" algn="ctr">
              <a:buNone/>
              <a:defRPr sz="756"/>
            </a:lvl6pPr>
            <a:lvl7pPr marL="1295888" indent="0" algn="ctr">
              <a:buNone/>
              <a:defRPr sz="756"/>
            </a:lvl7pPr>
            <a:lvl8pPr marL="1511869" indent="0" algn="ctr">
              <a:buNone/>
              <a:defRPr sz="756"/>
            </a:lvl8pPr>
            <a:lvl9pPr marL="1727850" indent="0" algn="ctr">
              <a:buNone/>
              <a:defRPr sz="756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785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6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22" y="1076899"/>
            <a:ext cx="3725645" cy="1796828"/>
          </a:xfrm>
        </p:spPr>
        <p:txBody>
          <a:bodyPr anchor="b"/>
          <a:lstStyle>
            <a:lvl1pPr>
              <a:defRPr sz="283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22" y="2890725"/>
            <a:ext cx="3725645" cy="944910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/>
                </a:solidFill>
              </a:defRPr>
            </a:lvl1pPr>
            <a:lvl2pPr marL="2159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1963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3pPr>
            <a:lvl4pPr marL="647944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392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7990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588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186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785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72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6972" y="1149890"/>
            <a:ext cx="1835825" cy="274073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6791" y="1149890"/>
            <a:ext cx="1835825" cy="274073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356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229979"/>
            <a:ext cx="3725645" cy="83492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35" y="1058899"/>
            <a:ext cx="1827388" cy="51895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35" y="1577849"/>
            <a:ext cx="1827388" cy="23207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6791" y="1058899"/>
            <a:ext cx="1836388" cy="51895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6791" y="1577849"/>
            <a:ext cx="1836388" cy="232077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282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83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3752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287972"/>
            <a:ext cx="1393180" cy="1007904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388" y="621942"/>
            <a:ext cx="2186791" cy="3069707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1295877"/>
            <a:ext cx="1393180" cy="2400771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418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287972"/>
            <a:ext cx="1393180" cy="1007904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388" y="621942"/>
            <a:ext cx="2186791" cy="3069707"/>
          </a:xfrm>
        </p:spPr>
        <p:txBody>
          <a:bodyPr anchor="t"/>
          <a:lstStyle>
            <a:lvl1pPr marL="0" indent="0">
              <a:buNone/>
              <a:defRPr sz="1512"/>
            </a:lvl1pPr>
            <a:lvl2pPr marL="215981" indent="0">
              <a:buNone/>
              <a:defRPr sz="1323"/>
            </a:lvl2pPr>
            <a:lvl3pPr marL="431963" indent="0">
              <a:buNone/>
              <a:defRPr sz="1134"/>
            </a:lvl3pPr>
            <a:lvl4pPr marL="647944" indent="0">
              <a:buNone/>
              <a:defRPr sz="945"/>
            </a:lvl4pPr>
            <a:lvl5pPr marL="863925" indent="0">
              <a:buNone/>
              <a:defRPr sz="945"/>
            </a:lvl5pPr>
            <a:lvl6pPr marL="1079906" indent="0">
              <a:buNone/>
              <a:defRPr sz="945"/>
            </a:lvl6pPr>
            <a:lvl7pPr marL="1295888" indent="0">
              <a:buNone/>
              <a:defRPr sz="945"/>
            </a:lvl7pPr>
            <a:lvl8pPr marL="1511869" indent="0">
              <a:buNone/>
              <a:defRPr sz="945"/>
            </a:lvl8pPr>
            <a:lvl9pPr marL="1727850" indent="0">
              <a:buNone/>
              <a:defRPr sz="94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1295877"/>
            <a:ext cx="1393180" cy="2400771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4393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273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205" y="229978"/>
            <a:ext cx="931411" cy="366065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6972" y="229978"/>
            <a:ext cx="2740239" cy="3660651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021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6972" y="229979"/>
            <a:ext cx="3725645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972" y="1149890"/>
            <a:ext cx="3725645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6972" y="4003619"/>
            <a:ext cx="97190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94683-9648-4D7F-A23E-35EAF9A2C44F}" type="datetimeFigureOut">
              <a:rPr lang="ko-KR" altLang="en-US" smtClean="0"/>
              <a:t>2024-12-30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0864" y="4003619"/>
            <a:ext cx="145786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0709" y="4003619"/>
            <a:ext cx="97190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B50BA-42CC-490C-93C7-30945D4A56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519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1963" rtl="0" eaLnBrk="1" latinLnBrk="1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1" indent="-107991" algn="l" defTabSz="431963" rtl="0" eaLnBrk="1" latinLnBrk="1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5934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971916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7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3878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60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41" indent="-107991" algn="l" defTabSz="431963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1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63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7944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3925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06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5888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69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50" algn="l" defTabSz="431963" rtl="0" eaLnBrk="1" latinLnBrk="1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19588" cy="43195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2860" y="759301"/>
            <a:ext cx="4035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 err="1" smtClean="0">
                <a:solidFill>
                  <a:srgbClr val="FFFFFF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내옷어디</a:t>
            </a:r>
            <a:endParaRPr lang="ko-KR" altLang="en-US" sz="4400" dirty="0">
              <a:solidFill>
                <a:srgbClr val="FFFFFF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3889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1</Words>
  <Application>Microsoft Office PowerPoint</Application>
  <PresentationFormat>사용자 지정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G마켓 산스 Bold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smartmaker</dc:creator>
  <cp:lastModifiedBy>smartmaker</cp:lastModifiedBy>
  <cp:revision>2</cp:revision>
  <dcterms:created xsi:type="dcterms:W3CDTF">2024-12-30T04:07:59Z</dcterms:created>
  <dcterms:modified xsi:type="dcterms:W3CDTF">2024-12-30T05:54:15Z</dcterms:modified>
</cp:coreProperties>
</file>