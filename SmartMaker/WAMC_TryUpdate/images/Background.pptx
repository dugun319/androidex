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57" r:id="rId4"/>
    <p:sldId id="258" r:id="rId5"/>
    <p:sldId id="259" r:id="rId6"/>
    <p:sldId id="260" r:id="rId7"/>
  </p:sldIdLst>
  <p:sldSz cx="8640763" cy="16740188"/>
  <p:notesSz cx="6858000" cy="9144000"/>
  <p:defaultTextStyle>
    <a:defPPr>
      <a:defRPr lang="ko-KR"/>
    </a:defPPr>
    <a:lvl1pPr marL="0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1pPr>
    <a:lvl2pPr marL="609051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2pPr>
    <a:lvl3pPr marL="1218103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3pPr>
    <a:lvl4pPr marL="1827154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4pPr>
    <a:lvl5pPr marL="2436205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5pPr>
    <a:lvl6pPr marL="3045257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6pPr>
    <a:lvl7pPr marL="3654308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7pPr>
    <a:lvl8pPr marL="4263360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8pPr>
    <a:lvl9pPr marL="4872411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66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3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2739657"/>
            <a:ext cx="7344649" cy="5828065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8792475"/>
            <a:ext cx="6480572" cy="4041669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40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12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4173427"/>
            <a:ext cx="7452658" cy="696345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11202756"/>
            <a:ext cx="7452658" cy="3661915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34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4456300"/>
            <a:ext cx="3672324" cy="1062149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4456300"/>
            <a:ext cx="3672324" cy="1062149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4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91263"/>
            <a:ext cx="7452658" cy="32356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4103672"/>
            <a:ext cx="3655447" cy="2011146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6114819"/>
            <a:ext cx="3655447" cy="899397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4103672"/>
            <a:ext cx="3673450" cy="2011146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6114819"/>
            <a:ext cx="3673450" cy="899397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44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11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47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116012"/>
            <a:ext cx="2786871" cy="390604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2410281"/>
            <a:ext cx="4374386" cy="1189638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5022056"/>
            <a:ext cx="2786871" cy="9303981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16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116012"/>
            <a:ext cx="2786871" cy="390604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2410281"/>
            <a:ext cx="4374386" cy="1189638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5022056"/>
            <a:ext cx="2786871" cy="9303981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1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1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891260"/>
            <a:ext cx="1863165" cy="1418653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891260"/>
            <a:ext cx="5481484" cy="1418653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7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891263"/>
            <a:ext cx="7452658" cy="3235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4456300"/>
            <a:ext cx="7452658" cy="106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5515678"/>
            <a:ext cx="1944172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9983-C8F6-4808-B046-D801C83FCFDF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5515678"/>
            <a:ext cx="2916258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5515678"/>
            <a:ext cx="1944172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108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6" y="401580"/>
            <a:ext cx="7784917" cy="77849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4421" y="9177818"/>
            <a:ext cx="2918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아이디</a:t>
            </a:r>
            <a:endParaRPr lang="ko-KR" altLang="en-US" sz="48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21562" y="13191786"/>
            <a:ext cx="7067207" cy="162377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045430" y="13495843"/>
            <a:ext cx="4331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로 그 인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225" y="13381335"/>
            <a:ext cx="1231771" cy="12317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4420" y="11184802"/>
            <a:ext cx="3498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비밀번호</a:t>
            </a:r>
            <a:endParaRPr lang="ko-KR" altLang="en-US" sz="48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59200" y="9019756"/>
            <a:ext cx="4458854" cy="11737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759200" y="11026741"/>
            <a:ext cx="4458854" cy="1226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86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6" y="1397260"/>
            <a:ext cx="7784917" cy="778491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1562" y="9591250"/>
            <a:ext cx="3123219" cy="3789463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65550" y="9591250"/>
            <a:ext cx="3123219" cy="3789463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28" y="9786480"/>
            <a:ext cx="2098486" cy="20984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759" y="9786166"/>
            <a:ext cx="2098800" cy="209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6905" y="12081303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맡기기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51811" y="12081303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21562" y="13831841"/>
            <a:ext cx="7067207" cy="162377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13986353"/>
            <a:ext cx="1314754" cy="131475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770" y="14171431"/>
            <a:ext cx="550827" cy="5508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5430" y="14135898"/>
            <a:ext cx="4331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검색하기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297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581" y="369683"/>
            <a:ext cx="977404" cy="9774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6463" y="372639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맡기기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899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-17753"/>
            <a:ext cx="8639969" cy="1675794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21562" y="14325249"/>
            <a:ext cx="7067207" cy="162377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740630" y="14629306"/>
            <a:ext cx="4331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6463" y="372639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</a:t>
            </a:r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83" y="277699"/>
            <a:ext cx="1205541" cy="120554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5" y="14534366"/>
            <a:ext cx="1205541" cy="120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9423" y="372639"/>
            <a:ext cx="41123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검색하기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14" y="255509"/>
            <a:ext cx="1229895" cy="122989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79" y="440587"/>
            <a:ext cx="515275" cy="51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5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9423" y="372639"/>
            <a:ext cx="41123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회원가입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818" y="273953"/>
            <a:ext cx="1231771" cy="123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6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13</Words>
  <Application>Microsoft Office PowerPoint</Application>
  <PresentationFormat>사용자 지정</PresentationFormat>
  <Paragraphs>11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G마켓 산스 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smartmaker</dc:creator>
  <cp:lastModifiedBy>smartmaker</cp:lastModifiedBy>
  <cp:revision>4</cp:revision>
  <dcterms:created xsi:type="dcterms:W3CDTF">2024-12-30T05:34:40Z</dcterms:created>
  <dcterms:modified xsi:type="dcterms:W3CDTF">2024-12-31T04:25:16Z</dcterms:modified>
</cp:coreProperties>
</file>