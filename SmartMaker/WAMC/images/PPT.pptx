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7" r:id="rId7"/>
    <p:sldId id="260" r:id="rId8"/>
    <p:sldId id="261" r:id="rId9"/>
    <p:sldId id="264" r:id="rId10"/>
    <p:sldId id="268" r:id="rId11"/>
    <p:sldId id="269" r:id="rId12"/>
    <p:sldId id="265" r:id="rId13"/>
    <p:sldId id="259" r:id="rId14"/>
    <p:sldId id="26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FB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4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2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210" cy="962526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790074" y="837398"/>
            <a:ext cx="5382125" cy="125128"/>
          </a:xfrm>
          <a:prstGeom prst="rect">
            <a:avLst/>
          </a:prstGeom>
          <a:solidFill>
            <a:srgbClr val="CFB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9040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5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210" cy="962526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790074" y="837398"/>
            <a:ext cx="5382125" cy="125128"/>
          </a:xfrm>
          <a:prstGeom prst="rect">
            <a:avLst/>
          </a:prstGeom>
          <a:solidFill>
            <a:srgbClr val="CFB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8528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02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4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7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20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65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29988-9B15-4678-959A-580367E91C68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71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8;p5"/>
          <p:cNvSpPr/>
          <p:nvPr/>
        </p:nvSpPr>
        <p:spPr>
          <a:xfrm>
            <a:off x="9705153" y="5266271"/>
            <a:ext cx="177267" cy="177267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FE624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87827" y="5274645"/>
            <a:ext cx="138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발표자</a:t>
            </a:r>
            <a:endParaRPr lang="en-US" altLang="ko-KR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4707" y="5852161"/>
            <a:ext cx="420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김혁</a:t>
            </a:r>
            <a:endParaRPr lang="en-US" altLang="ko-KR" sz="4000" dirty="0" smtClean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12" name="Google Shape;206;p5"/>
          <p:cNvCxnSpPr>
            <a:endCxn id="14" idx="0"/>
          </p:cNvCxnSpPr>
          <p:nvPr/>
        </p:nvCxnSpPr>
        <p:spPr>
          <a:xfrm flipH="1">
            <a:off x="9793787" y="3609827"/>
            <a:ext cx="14378" cy="1656444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" name="Google Shape;207;p5"/>
          <p:cNvSpPr/>
          <p:nvPr/>
        </p:nvSpPr>
        <p:spPr>
          <a:xfrm>
            <a:off x="8848698" y="1847850"/>
            <a:ext cx="1918934" cy="1857274"/>
          </a:xfrm>
          <a:prstGeom prst="ellipse">
            <a:avLst/>
          </a:prstGeom>
          <a:solidFill>
            <a:srgbClr val="3A7D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" name="Google Shape;21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47181" y="1299410"/>
            <a:ext cx="4915944" cy="3297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500616"/>
            <a:ext cx="4992302" cy="57054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8311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기획의도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98" y="1565203"/>
            <a:ext cx="4791744" cy="43821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/>
          <p:cNvSpPr txBox="1"/>
          <p:nvPr/>
        </p:nvSpPr>
        <p:spPr>
          <a:xfrm>
            <a:off x="6554804" y="1565203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여전히 사람들은 다양한 옷들을 세탁소에 맡김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여전히 여러가지 이유로 세탁물을 찾지 않음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단순 망각 등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 /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보관기간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개월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58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1" y="1761424"/>
            <a:ext cx="2162477" cy="2162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효과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631" y="4052236"/>
            <a:ext cx="2162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고객님이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세탁소에 맡기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품목 등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총 </a:t>
            </a:r>
            <a:r>
              <a:rPr lang="en-US" altLang="ko-KR" sz="1200" dirty="0" smtClean="0"/>
              <a:t>OO </a:t>
            </a:r>
            <a:r>
              <a:rPr lang="ko-KR" altLang="en-US" sz="1200" dirty="0" smtClean="0"/>
              <a:t>개 품목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결제완료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20XX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XX</a:t>
            </a:r>
            <a:r>
              <a:rPr lang="ko-KR" altLang="en-US" sz="1200" dirty="0"/>
              <a:t>월</a:t>
            </a:r>
            <a:r>
              <a:rPr lang="en-US" altLang="ko-KR" sz="1200" dirty="0" smtClean="0"/>
              <a:t> XX</a:t>
            </a:r>
            <a:r>
              <a:rPr lang="ko-KR" altLang="en-US" sz="1200" dirty="0" smtClean="0"/>
              <a:t>일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b="1" dirty="0" err="1" smtClean="0">
                <a:solidFill>
                  <a:srgbClr val="3333FF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출고예정</a:t>
            </a:r>
            <a:r>
              <a:rPr lang="ko-KR" altLang="en-US" sz="1200" dirty="0" smtClean="0"/>
              <a:t> 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264" y="1761424"/>
            <a:ext cx="2162477" cy="21624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3224463" y="1187629"/>
            <a:ext cx="2926080" cy="5260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6264" y="4052236"/>
            <a:ext cx="2162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고객님이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세탁소에 맡기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품목 등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총 </a:t>
            </a:r>
            <a:r>
              <a:rPr lang="en-US" altLang="ko-KR" sz="1200" dirty="0" smtClean="0"/>
              <a:t>OO </a:t>
            </a:r>
            <a:r>
              <a:rPr lang="ko-KR" altLang="en-US" sz="1200" dirty="0" smtClean="0"/>
              <a:t>개 품목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결제완료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20XX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XX</a:t>
            </a:r>
            <a:r>
              <a:rPr lang="ko-KR" altLang="en-US" sz="1200" dirty="0"/>
              <a:t>월</a:t>
            </a:r>
            <a:r>
              <a:rPr lang="en-US" altLang="ko-KR" sz="1200" dirty="0" smtClean="0"/>
              <a:t> XX</a:t>
            </a:r>
            <a:r>
              <a:rPr lang="ko-KR" altLang="en-US" sz="1200" dirty="0" smtClean="0"/>
              <a:t>일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err="1" smtClean="0">
                <a:solidFill>
                  <a:srgbClr val="FF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폐기예정</a:t>
            </a:r>
            <a:r>
              <a:rPr lang="ko-KR" altLang="en-US" sz="1200" dirty="0" smtClean="0"/>
              <a:t> 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출고 알림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품목 검색을 통해 불필요한 </a:t>
            </a:r>
            <a:r>
              <a:rPr lang="ko-KR" altLang="en-US" sz="3200" dirty="0" smtClean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집안 수색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을 방지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폐기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예정일 알림을 통해 분실방지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76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1" y="1732548"/>
            <a:ext cx="2162477" cy="2162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타겟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375" y="3162649"/>
            <a:ext cx="4204615" cy="34807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711" y="1187629"/>
            <a:ext cx="3385866" cy="43454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/>
          <p:cNvSpPr txBox="1"/>
          <p:nvPr/>
        </p:nvSpPr>
        <p:spPr>
          <a:xfrm>
            <a:off x="7598375" y="1423206"/>
            <a:ext cx="534202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다양한 연령층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 (1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인가구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증가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778630"/>
              </p:ext>
            </p:extLst>
          </p:nvPr>
        </p:nvGraphicFramePr>
        <p:xfrm>
          <a:off x="621631" y="4049766"/>
          <a:ext cx="2162476" cy="187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052">
                  <a:extLst>
                    <a:ext uri="{9D8B030D-6E8A-4147-A177-3AD203B41FA5}">
                      <a16:colId xmlns:a16="http://schemas.microsoft.com/office/drawing/2014/main" val="893717236"/>
                    </a:ext>
                  </a:extLst>
                </a:gridCol>
                <a:gridCol w="570451">
                  <a:extLst>
                    <a:ext uri="{9D8B030D-6E8A-4147-A177-3AD203B41FA5}">
                      <a16:colId xmlns:a16="http://schemas.microsoft.com/office/drawing/2014/main" val="569210478"/>
                    </a:ext>
                  </a:extLst>
                </a:gridCol>
                <a:gridCol w="453005">
                  <a:extLst>
                    <a:ext uri="{9D8B030D-6E8A-4147-A177-3AD203B41FA5}">
                      <a16:colId xmlns:a16="http://schemas.microsoft.com/office/drawing/2014/main" val="3832041461"/>
                    </a:ext>
                  </a:extLst>
                </a:gridCol>
                <a:gridCol w="451968">
                  <a:extLst>
                    <a:ext uri="{9D8B030D-6E8A-4147-A177-3AD203B41FA5}">
                      <a16:colId xmlns:a16="http://schemas.microsoft.com/office/drawing/2014/main" val="398766555"/>
                    </a:ext>
                  </a:extLst>
                </a:gridCol>
              </a:tblGrid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세탁소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품명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색상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수량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647983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Y</a:t>
                      </a:r>
                      <a:r>
                        <a:rPr lang="ko-KR" altLang="en-US" sz="700" dirty="0" smtClean="0"/>
                        <a:t>셔츠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흰색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696400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남색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01152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36252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자켓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559291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롱패딩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회색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83178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73330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갈색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3037"/>
                  </a:ext>
                </a:extLst>
              </a:tr>
            </a:tbl>
          </a:graphicData>
        </a:graphic>
      </p:graphicFrame>
      <p:sp>
        <p:nvSpPr>
          <p:cNvPr id="13" name="웃는 얼굴 12"/>
          <p:cNvSpPr/>
          <p:nvPr/>
        </p:nvSpPr>
        <p:spPr>
          <a:xfrm>
            <a:off x="8145711" y="3200854"/>
            <a:ext cx="864065" cy="893743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웃는 얼굴 13"/>
          <p:cNvSpPr/>
          <p:nvPr/>
        </p:nvSpPr>
        <p:spPr>
          <a:xfrm>
            <a:off x="10013012" y="4539326"/>
            <a:ext cx="1277422" cy="1321298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웃는 얼굴 14"/>
          <p:cNvSpPr/>
          <p:nvPr/>
        </p:nvSpPr>
        <p:spPr>
          <a:xfrm>
            <a:off x="10934298" y="3200854"/>
            <a:ext cx="510139" cy="527661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4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ERD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0" t="32042" r="18103"/>
          <a:stretch/>
        </p:blipFill>
        <p:spPr>
          <a:xfrm>
            <a:off x="5134061" y="1333848"/>
            <a:ext cx="5176009" cy="48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9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3" y="1141007"/>
            <a:ext cx="2609873" cy="5528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2131"/>
            <a:ext cx="6073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–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회원가입 </a:t>
            </a:r>
            <a:r>
              <a:rPr lang="en-US" altLang="ko-KR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로그인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534" y="1141007"/>
            <a:ext cx="2599008" cy="5528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54804" y="1112814"/>
            <a:ext cx="53420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회원가입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로그인 기능을 통한 개인정보 보호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32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맡기기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54804" y="1112814"/>
            <a:ext cx="53420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알람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자동설정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출고일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폐기예정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624" y="1187629"/>
            <a:ext cx="2306240" cy="494194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158656" y="3607265"/>
            <a:ext cx="403245" cy="404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468" y="3051806"/>
            <a:ext cx="5134692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6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찾기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상태가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‘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미출고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’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 품목들만 리스트에 노출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체크박스로 항목 선택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찾기 버튼을 누르면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목록삭제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4" name="오른쪽 화살표 43"/>
          <p:cNvSpPr/>
          <p:nvPr/>
        </p:nvSpPr>
        <p:spPr>
          <a:xfrm>
            <a:off x="3108159" y="3300702"/>
            <a:ext cx="164431" cy="539779"/>
          </a:xfrm>
          <a:prstGeom prst="rightArrow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8" y="1112814"/>
            <a:ext cx="2552399" cy="54965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822" y="1112814"/>
            <a:ext cx="2580875" cy="54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검색하기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4804" y="1112814"/>
            <a:ext cx="53420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달력에 찾아야 하는 품목의 수량이 표시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9" y="1112815"/>
            <a:ext cx="2678566" cy="559950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87" y="1112814"/>
            <a:ext cx="2672352" cy="559950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77389" y="2679032"/>
            <a:ext cx="1540043" cy="13635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30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en-US" altLang="ko-KR" sz="4000" dirty="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</a:t>
            </a:r>
            <a:r>
              <a:rPr lang="en-US" altLang="ko-KR" sz="4000" dirty="0" err="1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iniGame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4804" y="1112814"/>
            <a:ext cx="5342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간단한 미니게임 구현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84" y="1112814"/>
            <a:ext cx="2724538" cy="552287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387863" y="5788404"/>
            <a:ext cx="1187558" cy="267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258" y="1120160"/>
            <a:ext cx="2575535" cy="551553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321696" y="2678821"/>
            <a:ext cx="2290768" cy="23237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804" y="2445303"/>
            <a:ext cx="4334480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2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en-US" altLang="ko-KR" sz="4000" dirty="0" err="1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M</a:t>
            </a:r>
            <a:r>
              <a:rPr lang="en-US" altLang="ko-KR" sz="4000" dirty="0" err="1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iniGame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51" y="1120159"/>
            <a:ext cx="2575535" cy="551553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886949" y="5368954"/>
            <a:ext cx="2290768" cy="5131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34" y="1029553"/>
            <a:ext cx="5630061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2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시연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4006488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108" y="1736521"/>
            <a:ext cx="2177084" cy="4219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42198">
            <a:off x="5000683" y="1706645"/>
            <a:ext cx="4177591" cy="417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7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err="1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개발후기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07934" y="1112814"/>
            <a:ext cx="81888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쉬웠던 점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DB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구조에 대한 고민 없이 쉽게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DB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와 앱의 연동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어려웠던 점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다양한 기능 활용을 위해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DB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처리객체와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업무규칙에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대한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이해필요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언어의 생소함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알람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기능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폰트 처리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등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90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 &amp; A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7348" y="1979802"/>
            <a:ext cx="66718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6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감사합니다</a:t>
            </a:r>
            <a:endParaRPr lang="en-US" altLang="ko-KR" sz="9600" dirty="0" smtClean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1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232</Words>
  <Application>Microsoft Office PowerPoint</Application>
  <PresentationFormat>와이드스크린</PresentationFormat>
  <Paragraphs>76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G마켓 산스 Bold</vt:lpstr>
      <vt:lpstr>G마켓 산스 Medium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smartmaker</dc:creator>
  <cp:lastModifiedBy>smartmaker</cp:lastModifiedBy>
  <cp:revision>29</cp:revision>
  <dcterms:created xsi:type="dcterms:W3CDTF">2024-12-30T04:07:20Z</dcterms:created>
  <dcterms:modified xsi:type="dcterms:W3CDTF">2025-01-03T07:41:56Z</dcterms:modified>
</cp:coreProperties>
</file>