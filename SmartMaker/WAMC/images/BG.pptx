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8640763" cy="16740188"/>
  <p:notesSz cx="6858000" cy="9144000"/>
  <p:defaultTextStyle>
    <a:defPPr>
      <a:defRPr lang="ko-KR"/>
    </a:defPPr>
    <a:lvl1pPr marL="0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1pPr>
    <a:lvl2pPr marL="609051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2pPr>
    <a:lvl3pPr marL="1218103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3pPr>
    <a:lvl4pPr marL="1827154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4pPr>
    <a:lvl5pPr marL="2436205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5pPr>
    <a:lvl6pPr marL="3045257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6pPr>
    <a:lvl7pPr marL="3654308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7pPr>
    <a:lvl8pPr marL="4263360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8pPr>
    <a:lvl9pPr marL="4872411" algn="l" defTabSz="1218103" rtl="0" eaLnBrk="1" latinLnBrk="1" hangingPunct="1">
      <a:defRPr sz="23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66FF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26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2739657"/>
            <a:ext cx="7344649" cy="5828065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8792475"/>
            <a:ext cx="6480572" cy="4041669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54" indent="0" algn="ctr">
              <a:buNone/>
              <a:defRPr sz="1890"/>
            </a:lvl2pPr>
            <a:lvl3pPr marL="864108" indent="0" algn="ctr">
              <a:buNone/>
              <a:defRPr sz="1701"/>
            </a:lvl3pPr>
            <a:lvl4pPr marL="1296162" indent="0" algn="ctr">
              <a:buNone/>
              <a:defRPr sz="1512"/>
            </a:lvl4pPr>
            <a:lvl5pPr marL="1728216" indent="0" algn="ctr">
              <a:buNone/>
              <a:defRPr sz="1512"/>
            </a:lvl5pPr>
            <a:lvl6pPr marL="2160270" indent="0" algn="ctr">
              <a:buNone/>
              <a:defRPr sz="1512"/>
            </a:lvl6pPr>
            <a:lvl7pPr marL="2592324" indent="0" algn="ctr">
              <a:buNone/>
              <a:defRPr sz="1512"/>
            </a:lvl7pPr>
            <a:lvl8pPr marL="3024378" indent="0" algn="ctr">
              <a:buNone/>
              <a:defRPr sz="1512"/>
            </a:lvl8pPr>
            <a:lvl9pPr marL="3456432" indent="0" algn="ctr">
              <a:buNone/>
              <a:defRPr sz="1512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407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12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4173427"/>
            <a:ext cx="7452658" cy="6963452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11202756"/>
            <a:ext cx="7452658" cy="3661915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5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10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16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2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3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37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43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343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4456300"/>
            <a:ext cx="3672324" cy="1062149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4456300"/>
            <a:ext cx="3672324" cy="1062149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46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891263"/>
            <a:ext cx="7452658" cy="32356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4103672"/>
            <a:ext cx="3655447" cy="2011146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6114819"/>
            <a:ext cx="3655447" cy="899397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4103672"/>
            <a:ext cx="3673450" cy="2011146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6114819"/>
            <a:ext cx="3673450" cy="899397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44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11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47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116012"/>
            <a:ext cx="2786871" cy="390604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2410281"/>
            <a:ext cx="4374386" cy="1189638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5022056"/>
            <a:ext cx="2786871" cy="9303981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16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116012"/>
            <a:ext cx="2786871" cy="390604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2410281"/>
            <a:ext cx="4374386" cy="1189638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54" indent="0">
              <a:buNone/>
              <a:defRPr sz="2646"/>
            </a:lvl2pPr>
            <a:lvl3pPr marL="864108" indent="0">
              <a:buNone/>
              <a:defRPr sz="2268"/>
            </a:lvl3pPr>
            <a:lvl4pPr marL="1296162" indent="0">
              <a:buNone/>
              <a:defRPr sz="1890"/>
            </a:lvl4pPr>
            <a:lvl5pPr marL="1728216" indent="0">
              <a:buNone/>
              <a:defRPr sz="1890"/>
            </a:lvl5pPr>
            <a:lvl6pPr marL="2160270" indent="0">
              <a:buNone/>
              <a:defRPr sz="1890"/>
            </a:lvl6pPr>
            <a:lvl7pPr marL="2592324" indent="0">
              <a:buNone/>
              <a:defRPr sz="1890"/>
            </a:lvl7pPr>
            <a:lvl8pPr marL="3024378" indent="0">
              <a:buNone/>
              <a:defRPr sz="1890"/>
            </a:lvl8pPr>
            <a:lvl9pPr marL="3456432" indent="0">
              <a:buNone/>
              <a:defRPr sz="189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5022056"/>
            <a:ext cx="2786871" cy="9303981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19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14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891260"/>
            <a:ext cx="1863165" cy="1418653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891260"/>
            <a:ext cx="5481484" cy="1418653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77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891263"/>
            <a:ext cx="7452658" cy="3235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4456300"/>
            <a:ext cx="7452658" cy="10621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15515678"/>
            <a:ext cx="1944172" cy="891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9983-C8F6-4808-B046-D801C83FCFDF}" type="datetimeFigureOut">
              <a:rPr lang="ko-KR" altLang="en-US" smtClean="0"/>
              <a:t>2024-12-30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15515678"/>
            <a:ext cx="2916258" cy="891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15515678"/>
            <a:ext cx="1944172" cy="891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CCCEB-0194-41E4-9707-C9DDC1978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108" rtl="0" eaLnBrk="1" latinLnBrk="1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27" indent="-216027" algn="l" defTabSz="864108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81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243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297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351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459" indent="-216027" algn="l" defTabSz="864108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108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324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378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432" algn="l" defTabSz="864108" rtl="0" eaLnBrk="1" latinLnBrk="1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0"/>
            <a:ext cx="8639969" cy="167579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6" y="1275340"/>
            <a:ext cx="7784917" cy="778491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821562" y="9469330"/>
            <a:ext cx="3123219" cy="3789463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765550" y="9469330"/>
            <a:ext cx="3123219" cy="3789463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28" y="9664560"/>
            <a:ext cx="2098486" cy="209848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759" y="9664246"/>
            <a:ext cx="2098800" cy="209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6905" y="11959383"/>
            <a:ext cx="2550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맡기기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51811" y="11959383"/>
            <a:ext cx="2550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찾기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21562" y="13841320"/>
            <a:ext cx="7067207" cy="1623779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13995832"/>
            <a:ext cx="1314754" cy="131475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770" y="14180910"/>
            <a:ext cx="550827" cy="5508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45430" y="14145377"/>
            <a:ext cx="43311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검색하기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186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0"/>
            <a:ext cx="8639969" cy="1675794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609183" y="214579"/>
            <a:ext cx="6681377" cy="133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4" y="375095"/>
            <a:ext cx="1010755" cy="101075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581" y="369683"/>
            <a:ext cx="977404" cy="9774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76463" y="372639"/>
            <a:ext cx="2550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맡기기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8992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-17753"/>
            <a:ext cx="8639969" cy="1675794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821562" y="14325249"/>
            <a:ext cx="7067207" cy="1623779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152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740630" y="14629306"/>
            <a:ext cx="43311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찾기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609183" y="214579"/>
            <a:ext cx="6681377" cy="133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4" y="375095"/>
            <a:ext cx="1010755" cy="10107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76463" y="372639"/>
            <a:ext cx="2550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찾</a:t>
            </a:r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183" y="277699"/>
            <a:ext cx="1205541" cy="120554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25" y="14534366"/>
            <a:ext cx="1205541" cy="120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94" y="0"/>
            <a:ext cx="8639969" cy="1675794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609183" y="214579"/>
            <a:ext cx="6681377" cy="133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4" y="375095"/>
            <a:ext cx="1010755" cy="10107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29423" y="372639"/>
            <a:ext cx="41123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검색하기</a:t>
            </a:r>
            <a:endParaRPr lang="ko-KR" altLang="en-US" sz="60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114" y="255509"/>
            <a:ext cx="1229895" cy="122989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79" y="440587"/>
            <a:ext cx="515275" cy="51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5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7</Words>
  <Application>Microsoft Office PowerPoint</Application>
  <PresentationFormat>사용자 지정</PresentationFormat>
  <Paragraphs>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G마켓 산스 Bold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smartmaker</dc:creator>
  <cp:lastModifiedBy>smartmaker</cp:lastModifiedBy>
  <cp:revision>3</cp:revision>
  <dcterms:created xsi:type="dcterms:W3CDTF">2024-12-30T05:34:40Z</dcterms:created>
  <dcterms:modified xsi:type="dcterms:W3CDTF">2024-12-30T07:27:54Z</dcterms:modified>
</cp:coreProperties>
</file>